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Cadence Enterprise Architecture &amp; Cloud Migration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Blueprint - High Availability &amp; Distributed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Microservice Tier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All ingestion microservices execute in sandboxed ephemeral containers.</a:t>
            </a:r>
          </a:p>
          <a:p>
            <a:r>
              <a:t>Inter-service communication is authenticated with mutual TLS (mTLS).</a:t>
            </a:r>
          </a:p>
          <a:p>
            <a:r>
              <a:t>Zero personal identifiers are processed on public gateways.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