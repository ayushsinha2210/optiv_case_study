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Confidential Notes: For unresolved tickets, notify advisor at morgan.sampleton750@example.org.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Cadence Financial Group - Quarterly Client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Wealth Advisory Lead: riley.sampleton296@example.com</a:t>
            </a:r>
          </a:p>
          <a:p>
            <a:r>
              <a:t>Direct Phone: (555) 0105-4733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Client Portfolio Risk Distribution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7680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670560">
                <a:tc>
                  <a:txBody>
                    <a:bodyPr/>
                    <a:lstStyle/>
                    <a:p>
                      <a:r>
                        <a:t>Client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Taxpayer ID (SSN)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Contact Email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Robert Langdon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750-56-3664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casey.synthetic975@example.org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Eleanor 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479-55-4432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morgan.fictional384@cadence-demo.test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 Support Escalation Protocols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All urgent customer complaints must follow Cadence incident resolution workflows.</a:t>
            </a:r>
          </a:p>
          <a:p>
            <a:r>
              <a:t>Emergency dispatch hotline: (555) 0185-5374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