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to the board that Apex audit is completed without findings.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Cadence Financial Group TPRM Briefing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Quarterly Compliance &amp; Cyber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Vendor Risk Distribution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609600">
                <a:tc>
                  <a:txBody>
                    <a:bodyPr/>
                    <a:lstStyle/>
                    <a:p>
                      <a:r>
                        <a:t>Vendor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Apex Systems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Audited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Beacon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Pending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